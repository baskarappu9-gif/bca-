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6" r:id="rId3"/>
    <p:sldId id="257" r:id="rId4"/>
    <p:sldId id="258" r:id="rId5"/>
    <p:sldId id="259" r:id="rId6"/>
    <p:sldId id="260" r:id="rId7"/>
    <p:sldId id="273" r:id="rId8"/>
    <p:sldId id="262" r:id="rId9"/>
    <p:sldId id="263" r:id="rId10"/>
    <p:sldId id="268" r:id="rId11"/>
    <p:sldId id="264" r:id="rId12"/>
    <p:sldId id="266" r:id="rId13"/>
    <p:sldId id="269" r:id="rId14"/>
    <p:sldId id="271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170" autoAdjust="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5F0ED-9221-EFA1-5EFD-1ACD42B6B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72B3E-6D85-6F56-B0AB-0B376715F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68E5C-7E62-B7DA-19C9-65F4E275D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CAE9-8B56-482B-8224-E0F6372DBC0B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A6ED6-E7CC-59D2-4CE3-59BD1C095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59673-5DF0-1C92-2301-D81DA0E7D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5C3CA-A06E-45C5-BDF1-CD0D02F70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732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703BF-D786-D410-1590-3A0A2D36E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72F51-9788-EC63-994E-B22CB7220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5DD25-D268-E9CB-0B9B-165A122A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CAE9-8B56-482B-8224-E0F6372DBC0B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3527C-6CBB-F101-702C-CD122E64B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EB4FE-E8EF-E12A-2A50-187648C1D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5C3CA-A06E-45C5-BDF1-CD0D02F70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440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01602-1D9A-981B-C895-04C1C85B9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43E4A-1D9E-EBED-0CFF-A82325CF9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702D6-781E-9DFB-5912-48C4414FC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CAE9-8B56-482B-8224-E0F6372DBC0B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8AEE5-BC83-D273-157F-3B5A3D2BD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17703-853F-1E59-DF5D-3D38DC651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5C3CA-A06E-45C5-BDF1-CD0D02F70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713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F66A6-88D2-7F40-89E7-5259A1BA2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0EE58-2F9C-C65E-0813-3A335F98F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8780A-60DD-AB02-DEBC-F74B5F0064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4A634-357D-491E-D21A-5A1695272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CAE9-8B56-482B-8224-E0F6372DBC0B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69B2D-6731-CBC3-C799-D371986FC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E486C-76C1-93D4-1B1F-B3DF14C9F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5C3CA-A06E-45C5-BDF1-CD0D02F70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056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6142B-03CB-1541-E82E-AA8DC09B8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2DED5-01E5-D0B4-4DCF-3C1C1FECA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448B4-541A-B796-54F4-1BDA2A5D8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70334-9431-968F-5BA5-ED5A3445E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35FD6C-D5DB-BF0E-1FEB-54D59C1D90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80B88A-3A12-D91E-382B-09494F37D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CAE9-8B56-482B-8224-E0F6372DBC0B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B9DBA2-ED7D-BD93-6A3B-1AAF8B36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F8B327-A5C5-B1D8-8BC0-DF4A1EB3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5C3CA-A06E-45C5-BDF1-CD0D02F70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584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9689-BC37-75BE-C492-B42836088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3E910E-377C-1B1C-0C3D-B5740027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CAE9-8B56-482B-8224-E0F6372DBC0B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3B8FC9-F25C-690A-C7B9-4F61C4C44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2EB218-227F-45DD-5441-EC256FC4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5C3CA-A06E-45C5-BDF1-CD0D02F70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60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2D2235-5D1E-6334-BFCF-AFA48EC33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CAE9-8B56-482B-8224-E0F6372DBC0B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F1ECC-14FF-77E1-5712-3C983C36D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ECBDF-9081-22BB-33D2-9FE397840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5C3CA-A06E-45C5-BDF1-CD0D02F70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062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7673E-12E2-DB0C-3E54-593617A3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6ACB0-AFBF-C4E8-D619-6C739D4ED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205CA-53F9-8B36-5E68-BED8419E0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5F12F-4859-4DBF-E589-8E2FE3D26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CAE9-8B56-482B-8224-E0F6372DBC0B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2DB29-DF80-76ED-FA5A-F4E52E751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C6A43-DFC4-97E5-A1AC-3D5F1BEA2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5C3CA-A06E-45C5-BDF1-CD0D02F70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286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68788-1E0D-324C-6139-2E381DA6D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FBAB65-A2B1-20DF-63C5-FF72D209E3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4968F-7ABB-4412-0E07-7207DC662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E66A1-21B1-1C71-E505-F3F937093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CAE9-8B56-482B-8224-E0F6372DBC0B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13DF7-89B0-D039-514D-462A2A7CF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FCDCE-61A8-31A2-41D0-1944AE41F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5C3CA-A06E-45C5-BDF1-CD0D02F70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818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CD47F-3E62-8B7B-F42F-1D822277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82B39-4C6F-B80B-61AE-3C69BDBF7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0907E-087E-A7BD-1132-106EAF015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CAE9-8B56-482B-8224-E0F6372DBC0B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6108D-DC0C-7717-4D2E-7D37A4BE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1200A-833A-24E6-C28C-A6733DA4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5C3CA-A06E-45C5-BDF1-CD0D02F70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906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E6F208-FEEE-F981-4EFD-A304640553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3BB38-C4CD-4EC2-3CF5-C18D8F0A1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BDA7A-0951-4B65-8B70-76BC14A33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CAE9-8B56-482B-8224-E0F6372DBC0B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261B8-E265-BBF5-C1B9-823487934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C64B6-F81C-385C-C37D-6BC5142B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5C3CA-A06E-45C5-BDF1-CD0D02F70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325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F22C69-904D-8CC4-D89D-88515C7C2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5A928-5F55-DF8E-9F7E-41813A024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3CD9F-7F6E-A4CE-6180-36B23EC8D5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4CAE9-8B56-482B-8224-E0F6372DBC0B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404F5-C190-60B1-579D-DC9549EED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19932-7994-4F2A-55AD-66524C5E79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5C3CA-A06E-45C5-BDF1-CD0D02F70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825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43CC59-A543-F11F-C8D8-429C8FE25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583" y="156233"/>
            <a:ext cx="8629650" cy="16693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43AB62C-158F-E817-AB62-B31BE929C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784" y="2176271"/>
            <a:ext cx="10963656" cy="412870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MEMBERS</a:t>
            </a:r>
          </a:p>
          <a:p>
            <a:pPr marL="0" indent="0">
              <a:buNone/>
            </a:pP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ctr">
              <a:buFont typeface="+mj-lt"/>
              <a:buAutoNum type="arabicParenR"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 </a:t>
            </a:r>
            <a:r>
              <a:rPr lang="en-US" sz="1800" dirty="0">
                <a:latin typeface="Britannic Bold" panose="020B0903060703020204" pitchFamily="34" charset="0"/>
              </a:rPr>
              <a:t>BARATH.R                                 234011101057</a:t>
            </a:r>
          </a:p>
          <a:p>
            <a:pPr marL="342900" indent="-342900" algn="ctr">
              <a:buFont typeface="+mj-lt"/>
              <a:buAutoNum type="arabicParenR"/>
            </a:pPr>
            <a:r>
              <a:rPr lang="en-US" sz="1800" dirty="0">
                <a:latin typeface="Britannic Bold" panose="020B0903060703020204" pitchFamily="34" charset="0"/>
              </a:rPr>
              <a:t>  BARRY JUDE MANUEL                234011101058</a:t>
            </a:r>
          </a:p>
          <a:p>
            <a:pPr marL="342900" indent="-342900" algn="ctr">
              <a:buFont typeface="+mj-lt"/>
              <a:buAutoNum type="arabicParenR"/>
            </a:pPr>
            <a:r>
              <a:rPr lang="en-US" sz="1800" dirty="0">
                <a:latin typeface="Britannic Bold" panose="020B0903060703020204" pitchFamily="34" charset="0"/>
              </a:rPr>
              <a:t> BASKAR.D.A                              234011101059</a:t>
            </a:r>
          </a:p>
          <a:p>
            <a:pPr marL="342900" indent="-342900" algn="ctr">
              <a:buFont typeface="+mj-lt"/>
              <a:buAutoNum type="arabicParenR"/>
            </a:pPr>
            <a:r>
              <a:rPr lang="en-US" sz="1800" dirty="0">
                <a:latin typeface="Britannic Bold" panose="020B0903060703020204" pitchFamily="34" charset="0"/>
              </a:rPr>
              <a:t>  BHARATH.R                              234011101060</a:t>
            </a:r>
          </a:p>
          <a:p>
            <a:pPr marL="0" indent="0">
              <a:buNone/>
            </a:pP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 s . S .Srividhya Santhi</a:t>
            </a:r>
          </a:p>
          <a:p>
            <a:pPr marL="0" indent="0" algn="ctr"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coordinator</a:t>
            </a:r>
          </a:p>
        </p:txBody>
      </p:sp>
    </p:spTree>
    <p:extLst>
      <p:ext uri="{BB962C8B-B14F-4D97-AF65-F5344CB8AC3E}">
        <p14:creationId xmlns:p14="http://schemas.microsoft.com/office/powerpoint/2010/main" val="3936116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8A68-8B06-8912-C34E-679ABFF69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9952" y="1069850"/>
            <a:ext cx="9144000" cy="1271014"/>
          </a:xfrm>
        </p:spPr>
        <p:txBody>
          <a:bodyPr anchor="ctr"/>
          <a:lstStyle/>
          <a:p>
            <a:r>
              <a:rPr lang="en-US" dirty="0"/>
              <a:t>	</a:t>
            </a:r>
            <a:r>
              <a:rPr lang="en-US" b="1" u="sng" spc="3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PriceWatch</a:t>
            </a:r>
            <a:endParaRPr lang="en-IN" b="1" u="sng" spc="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57436-C086-A53D-0327-55CA308D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4104" y="1170433"/>
            <a:ext cx="9457944" cy="2898648"/>
          </a:xfrm>
        </p:spPr>
        <p:txBody>
          <a:bodyPr anchor="ctr">
            <a:normAutofit/>
          </a:bodyPr>
          <a:lstStyle/>
          <a:p>
            <a:r>
              <a:rPr lang="en-US" sz="3600" dirty="0"/>
              <a:t>Real Estate Price Prediction &amp; Market Analysis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716550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07B24-A0EF-844F-B0A6-998B3C076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786872" cy="1417321"/>
          </a:xfrm>
        </p:spPr>
        <p:txBody>
          <a:bodyPr anchor="ctr">
            <a:normAutofit/>
          </a:bodyPr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Abstract </a:t>
            </a: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BF94D-FE55-8045-ED3E-F8B2ED7A0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322"/>
            <a:ext cx="11920728" cy="5239510"/>
          </a:xfrm>
        </p:spPr>
        <p:txBody>
          <a:bodyPr anchor="ctr">
            <a:noAutofit/>
          </a:bodyPr>
          <a:lstStyle/>
          <a:p>
            <a:r>
              <a:rPr lang="en-US" sz="2400" dirty="0"/>
              <a:t>Price Watch  is a real estate price prediction system that helps users know the fair value of a property. Property prices change based on location, size, and market demand, which often creates confusion for buyers and sellers.</a:t>
            </a:r>
          </a:p>
          <a:p>
            <a:endParaRPr lang="en-US" sz="2400" dirty="0"/>
          </a:p>
          <a:p>
            <a:r>
              <a:rPr lang="en-US" sz="2400" dirty="0"/>
              <a:t>This system uses machine learning to analyze past data and predict accurate property     prices.</a:t>
            </a:r>
          </a:p>
          <a:p>
            <a:endParaRPr lang="en-US" sz="2400" dirty="0"/>
          </a:p>
          <a:p>
            <a:r>
              <a:rPr lang="en-US" sz="2400" dirty="0"/>
              <a:t>Users can enter property details to get instant price predictions, view price trends, and compare similar properties, helping them make better and informed decisions.</a:t>
            </a:r>
          </a:p>
          <a:p>
            <a:pPr marL="0" indent="0">
              <a:buNone/>
            </a:pPr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81258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41C13-A70D-267A-0322-6C023F288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4008"/>
            <a:ext cx="10878312" cy="1389571"/>
          </a:xfrm>
        </p:spPr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Existing System</a:t>
            </a: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A5B26-A436-E2BA-BB85-2CD2D1A6C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55648"/>
            <a:ext cx="11494008" cy="4892040"/>
          </a:xfrm>
        </p:spPr>
        <p:txBody>
          <a:bodyPr>
            <a:normAutofit/>
          </a:bodyPr>
          <a:lstStyle/>
          <a:p>
            <a:r>
              <a:rPr lang="en-US" sz="2400" dirty="0"/>
              <a:t>In the existing system, buyers and sellers mainly rely on real estate websites and agents that display only the listed property prices.</a:t>
            </a:r>
          </a:p>
          <a:p>
            <a:endParaRPr lang="en-US" sz="2400" dirty="0"/>
          </a:p>
          <a:p>
            <a:r>
              <a:rPr lang="en-US" sz="2400" dirty="0"/>
              <a:t> These prices are often set by sellers and may not match the actual market value. Users do not get price predictions based on data or market trends.</a:t>
            </a:r>
          </a:p>
          <a:p>
            <a:endParaRPr lang="en-US" sz="2400" dirty="0"/>
          </a:p>
          <a:p>
            <a:r>
              <a:rPr lang="en-US" sz="2400" dirty="0"/>
              <a:t> Comparing similar properties in different areas is also difficult, which can lead to confusion and poor decision-making.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25166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4BA24-D5BD-8B48-FC76-16E27669D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536174"/>
          </a:xfrm>
        </p:spPr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Disadvantages (existing system)</a:t>
            </a: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2CDA242-BFF0-6B3D-8226-EF94C51329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797562"/>
            <a:ext cx="9857232" cy="2805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/>
              <a:t>• Property prices may be higher or lower than the actual value</a:t>
            </a:r>
            <a:br>
              <a:rPr lang="en-US" sz="2400" dirty="0"/>
            </a:br>
            <a:r>
              <a:rPr lang="en-US" sz="2400" dirty="0"/>
              <a:t>• No system to predict the correct price of a house</a:t>
            </a:r>
            <a:br>
              <a:rPr lang="en-US" sz="2400" dirty="0"/>
            </a:br>
            <a:r>
              <a:rPr lang="en-US" sz="2400" dirty="0"/>
              <a:t>• Users cannot easily check which area is cheaper or better</a:t>
            </a:r>
            <a:br>
              <a:rPr lang="en-US" sz="2400" dirty="0"/>
            </a:br>
            <a:r>
              <a:rPr lang="en-US" sz="2400" dirty="0"/>
              <a:t>• No guidance on when to buy or sell property</a:t>
            </a:r>
            <a:br>
              <a:rPr lang="en-US" sz="2400" dirty="0"/>
            </a:br>
            <a:r>
              <a:rPr lang="en-US" sz="2400" dirty="0"/>
              <a:t>• Decision-making becomes confusing for buyers and sellers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408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9B0F6-C1FE-8590-5AF5-CC4518C14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53800" cy="1325563"/>
          </a:xfrm>
        </p:spPr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Proposed System</a:t>
            </a: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8454D-6DE2-A3D8-8C91-208E56C3C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13538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The proposed system, </a:t>
            </a:r>
            <a:r>
              <a:rPr lang="en-US" sz="2400" dirty="0" err="1"/>
              <a:t>PriceWatch</a:t>
            </a:r>
            <a:r>
              <a:rPr lang="en-US" sz="2400" dirty="0"/>
              <a:t>, helps users find the correct value of a property easily.</a:t>
            </a:r>
          </a:p>
          <a:p>
            <a:endParaRPr lang="en-US" sz="2400" dirty="0"/>
          </a:p>
          <a:p>
            <a:r>
              <a:rPr lang="en-US" sz="2400" dirty="0"/>
              <a:t> Users enter basic property details like location, size, and number of </a:t>
            </a:r>
            <a:r>
              <a:rPr lang="en-US" sz="2400" dirty="0" err="1"/>
              <a:t>rooms.The</a:t>
            </a:r>
            <a:r>
              <a:rPr lang="en-US" sz="2400" dirty="0"/>
              <a:t> system uses machine learning to analyze past data and predict the fair price.</a:t>
            </a:r>
          </a:p>
          <a:p>
            <a:endParaRPr lang="en-US" sz="2400" dirty="0"/>
          </a:p>
          <a:p>
            <a:r>
              <a:rPr lang="en-US" sz="2400" dirty="0"/>
              <a:t> It also shows price trends and compares similar properties. This helps users make clear and confident decisions when buying or selling property.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87502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2F75-FCB6-7B6F-4D33-8E60077F9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325563"/>
          </a:xfrm>
        </p:spPr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Advantages (proposed system)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34DA7-86E7-8C48-6666-4A9E00C56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1353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Predicts correct property value using data</a:t>
            </a:r>
          </a:p>
          <a:p>
            <a:pPr marL="0" indent="0">
              <a:buNone/>
            </a:pPr>
            <a:br>
              <a:rPr lang="en-US" sz="2400" dirty="0"/>
            </a:br>
            <a:r>
              <a:rPr lang="en-US" sz="2400" dirty="0"/>
              <a:t>• Helps users understand market conditions</a:t>
            </a:r>
          </a:p>
          <a:p>
            <a:pPr marL="0" indent="0">
              <a:lnSpc>
                <a:spcPct val="100000"/>
              </a:lnSpc>
              <a:buNone/>
            </a:pPr>
            <a:br>
              <a:rPr lang="en-US" sz="2400" dirty="0"/>
            </a:br>
            <a:r>
              <a:rPr lang="en-US" sz="2400" dirty="0"/>
              <a:t>• Makes property comparison simple</a:t>
            </a:r>
          </a:p>
          <a:p>
            <a:pPr marL="0" indent="0">
              <a:buNone/>
            </a:pPr>
            <a:br>
              <a:rPr lang="en-US" sz="2400" dirty="0"/>
            </a:br>
            <a:r>
              <a:rPr lang="en-US" sz="2400" dirty="0"/>
              <a:t>• Reduces risk of overpaying or underpricing</a:t>
            </a:r>
          </a:p>
          <a:p>
            <a:pPr marL="0" indent="0">
              <a:buNone/>
            </a:pPr>
            <a:br>
              <a:rPr lang="en-US" sz="2400" dirty="0"/>
            </a:br>
            <a:r>
              <a:rPr lang="en-US" sz="2400" dirty="0"/>
              <a:t>• Improves confidence in buy and sell decisions</a:t>
            </a:r>
          </a:p>
        </p:txBody>
      </p:sp>
    </p:spTree>
    <p:extLst>
      <p:ext uri="{BB962C8B-B14F-4D97-AF65-F5344CB8AC3E}">
        <p14:creationId xmlns:p14="http://schemas.microsoft.com/office/powerpoint/2010/main" val="869119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DEAA2-C176-E659-ECCE-56CB01691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960608" cy="1426464"/>
          </a:xfrm>
        </p:spPr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requirement</a:t>
            </a: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A12964-3B0E-F264-9242-2D00CE65C7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" y="1618986"/>
            <a:ext cx="9372600" cy="4409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/>
              <a:t>• Laptop or Desktop Computer</a:t>
            </a:r>
            <a:br>
              <a:rPr lang="en-US" sz="2400" dirty="0"/>
            </a:br>
            <a:r>
              <a:rPr lang="en-US" sz="2400" dirty="0"/>
              <a:t>• Processor: Intel Core i3 or above</a:t>
            </a:r>
            <a:br>
              <a:rPr lang="en-US" sz="2400" dirty="0"/>
            </a:br>
            <a:r>
              <a:rPr lang="en-US" sz="2400" dirty="0"/>
              <a:t>• RAM: Minimum 8 GB</a:t>
            </a:r>
            <a:br>
              <a:rPr lang="en-US" sz="2400" dirty="0"/>
            </a:br>
            <a:r>
              <a:rPr lang="en-US" sz="2400" dirty="0"/>
              <a:t>• Storage: Minimum 256 GB SSD or HDD</a:t>
            </a:r>
            <a:br>
              <a:rPr lang="en-US" sz="2400" dirty="0"/>
            </a:br>
            <a:r>
              <a:rPr lang="en-US" sz="2400" dirty="0"/>
              <a:t>• Internet Connection for data access and updates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626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E05DF-8BE6-0A48-E45E-BC43C1C45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0312"/>
            <a:ext cx="11353800" cy="1865375"/>
          </a:xfrm>
        </p:spPr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Requirement</a:t>
            </a: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75AABA-DBFA-C548-5720-6A3C102581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247699"/>
            <a:ext cx="10744200" cy="5290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/>
              <a:t>• </a:t>
            </a:r>
            <a:r>
              <a:rPr lang="en-US" sz="2400" b="1" dirty="0"/>
              <a:t>Operating System:</a:t>
            </a:r>
            <a:r>
              <a:rPr lang="en-US" sz="2400" dirty="0"/>
              <a:t> Windows 10 or above / Linux / macOS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Frontend:</a:t>
            </a:r>
            <a:r>
              <a:rPr lang="en-US" sz="2400" dirty="0"/>
              <a:t> React.js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Backend:</a:t>
            </a:r>
            <a:r>
              <a:rPr lang="en-US" sz="2400" dirty="0"/>
              <a:t> Node.js with Express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Database:</a:t>
            </a:r>
            <a:r>
              <a:rPr lang="en-US" sz="2400" dirty="0"/>
              <a:t> MongoDB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Machine Learning:</a:t>
            </a:r>
            <a:r>
              <a:rPr lang="en-US" sz="2400" dirty="0"/>
              <a:t> Python with Scikit-learn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Data Visualization:</a:t>
            </a:r>
            <a:r>
              <a:rPr lang="en-US" sz="2400" dirty="0"/>
              <a:t> Chart.js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Others:</a:t>
            </a:r>
            <a:r>
              <a:rPr lang="en-US" sz="2400" dirty="0"/>
              <a:t> Web browser (Chrome, Edge, or Firefox), CSV/Image file support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266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5AC3C7-56A6-DC66-B1E2-1F0A66FE30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64" y="225552"/>
            <a:ext cx="9948672" cy="6632448"/>
          </a:xfrm>
        </p:spPr>
      </p:pic>
    </p:spTree>
    <p:extLst>
      <p:ext uri="{BB962C8B-B14F-4D97-AF65-F5344CB8AC3E}">
        <p14:creationId xmlns:p14="http://schemas.microsoft.com/office/powerpoint/2010/main" val="646889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AE2DD-2283-834B-4658-160AB5834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371599"/>
          </a:xfrm>
        </p:spPr>
        <p:txBody>
          <a:bodyPr/>
          <a:lstStyle/>
          <a:p>
            <a:r>
              <a:rPr lang="en-US" b="1" u="sng" dirty="0"/>
              <a:t>Module Description</a:t>
            </a:r>
            <a:endParaRPr lang="en-IN" b="1" u="sng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1E7D4D5-3218-07BB-4D4A-2C772C3627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034208"/>
            <a:ext cx="1162202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Allows users to register, login, and enter property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Prediction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Uses machine learning to predict the fair value of a property.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Compares similar properties and shows the best value options.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Analysis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Displays price trends and area-wise analysis for better decisions.</a:t>
            </a:r>
          </a:p>
        </p:txBody>
      </p:sp>
    </p:spTree>
    <p:extLst>
      <p:ext uri="{BB962C8B-B14F-4D97-AF65-F5344CB8AC3E}">
        <p14:creationId xmlns:p14="http://schemas.microsoft.com/office/powerpoint/2010/main" val="1397662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E9E7D-C4E5-B740-B876-457BA97DE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6667"/>
            <a:ext cx="10585704" cy="1875155"/>
          </a:xfrm>
        </p:spPr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Feasibility Study</a:t>
            </a: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93EC47-01D8-8DA8-707C-1FCCB34934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788167"/>
            <a:ext cx="121920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Feasibility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project uses widely available technologies like React.js, Node.js, MongoDB, and Python for machine learning, making it easy to implement.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Economic Feasibility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Requires minimal hardware and free/open-source software, so the project can be developed at low cost.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 Feasibility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Simple user interface allows users to easily enter property details and get price predictions without technical knowledge.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 Feasibility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system can be developed and tested within a limited time using existing tools and frameworks.</a:t>
            </a:r>
          </a:p>
        </p:txBody>
      </p:sp>
    </p:spTree>
    <p:extLst>
      <p:ext uri="{BB962C8B-B14F-4D97-AF65-F5344CB8AC3E}">
        <p14:creationId xmlns:p14="http://schemas.microsoft.com/office/powerpoint/2010/main" val="495318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7D92A22-2509-4FAC-EBD3-78C2E8CD01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12" y="87662"/>
            <a:ext cx="4163166" cy="6770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1B5661-21BD-4AD6-EC1C-014E8500BE9A}"/>
              </a:ext>
            </a:extLst>
          </p:cNvPr>
          <p:cNvSpPr txBox="1"/>
          <p:nvPr/>
        </p:nvSpPr>
        <p:spPr>
          <a:xfrm>
            <a:off x="4930902" y="843016"/>
            <a:ext cx="609447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User</a:t>
            </a:r>
            <a:r>
              <a:rPr lang="en-US" dirty="0"/>
              <a:t> uploads property details (location, size, rooms).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System validates </a:t>
            </a:r>
            <a:r>
              <a:rPr lang="en-US" dirty="0"/>
              <a:t>the uploaded data to ensure correctness.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System requests </a:t>
            </a:r>
            <a:r>
              <a:rPr lang="en-US" b="1" dirty="0"/>
              <a:t>historical data </a:t>
            </a:r>
            <a:r>
              <a:rPr lang="en-US" dirty="0"/>
              <a:t>(past prices, market trends) from data 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Validated</a:t>
            </a:r>
            <a:r>
              <a:rPr lang="en-US" dirty="0"/>
              <a:t> and historical data is used to train the machine learning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Machine learning</a:t>
            </a:r>
            <a:r>
              <a:rPr lang="en-US" dirty="0"/>
              <a:t> predicts property prices and future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System generates </a:t>
            </a:r>
            <a:r>
              <a:rPr lang="en-US" b="1" dirty="0"/>
              <a:t>market insights</a:t>
            </a:r>
            <a:r>
              <a:rPr lang="en-US" dirty="0"/>
              <a:t>: fair market value, property comparisons, price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receives insights and recommendations to make informed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D99086-1D56-DCA5-1D27-E039E9F140FE}"/>
              </a:ext>
            </a:extLst>
          </p:cNvPr>
          <p:cNvSpPr txBox="1"/>
          <p:nvPr/>
        </p:nvSpPr>
        <p:spPr>
          <a:xfrm>
            <a:off x="5022342" y="87662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Flow Diagram (explanation)</a:t>
            </a:r>
            <a:b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4201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F9EF26-3C60-C44D-B9C3-C8F14BDB21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6021553" cy="6629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4CD7F0-FB95-9CC9-8F09-89EB3C464502}"/>
              </a:ext>
            </a:extLst>
          </p:cNvPr>
          <p:cNvSpPr txBox="1"/>
          <p:nvPr/>
        </p:nvSpPr>
        <p:spPr>
          <a:xfrm>
            <a:off x="5876925" y="362367"/>
            <a:ext cx="631507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PriceWatch</a:t>
            </a: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Use Case (</a:t>
            </a:r>
            <a:r>
              <a:rPr lang="en-US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explaintaion</a:t>
            </a: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User Login/Signup</a:t>
            </a:r>
            <a:r>
              <a:rPr lang="en-US" dirty="0"/>
              <a:t> – The user logs in or creates an account to use the system.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Upload Property Details</a:t>
            </a:r>
            <a:r>
              <a:rPr lang="en-US" dirty="0"/>
              <a:t> – The user enters property information like location, size, and rooms.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Validate Property Data</a:t>
            </a:r>
            <a:r>
              <a:rPr lang="en-US" dirty="0"/>
              <a:t> – The system checks if the entered details are correct and complete.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Analyze Data</a:t>
            </a:r>
            <a:r>
              <a:rPr lang="en-US" dirty="0"/>
              <a:t> – The system uses historical data and machine learning to predict property prices.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View Predictions</a:t>
            </a:r>
            <a:r>
              <a:rPr lang="en-US" dirty="0"/>
              <a:t> – The user can see predicted prices and trends for their property.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Compare Properties</a:t>
            </a:r>
            <a:r>
              <a:rPr lang="en-US" dirty="0"/>
              <a:t> – The user can compare different properties and their prices.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Get Recommendations</a:t>
            </a:r>
            <a:r>
              <a:rPr lang="en-US" dirty="0"/>
              <a:t> – The system suggests buying, selling, or fair pricing advice.</a:t>
            </a:r>
          </a:p>
        </p:txBody>
      </p:sp>
    </p:spTree>
    <p:extLst>
      <p:ext uri="{BB962C8B-B14F-4D97-AF65-F5344CB8AC3E}">
        <p14:creationId xmlns:p14="http://schemas.microsoft.com/office/powerpoint/2010/main" val="1378622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277984-547E-BA14-204D-93252D8C0F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349" y="0"/>
            <a:ext cx="6438899" cy="653971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F3D36E-6F19-3D98-A791-6B501BDE2501}"/>
              </a:ext>
            </a:extLst>
          </p:cNvPr>
          <p:cNvSpPr txBox="1"/>
          <p:nvPr/>
        </p:nvSpPr>
        <p:spPr>
          <a:xfrm>
            <a:off x="6096000" y="448092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PriceWatch</a:t>
            </a: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Sequence Diagram (explanation)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User enters property details</a:t>
            </a:r>
            <a:r>
              <a:rPr lang="en-US" dirty="0"/>
              <a:t> – The process starts when the user submits property info like location, size, and rooms.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System validates data</a:t>
            </a:r>
            <a:r>
              <a:rPr lang="en-US" dirty="0"/>
              <a:t> – The system checks the details for correctness and completeness.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System requests historical data</a:t>
            </a:r>
            <a:r>
              <a:rPr lang="en-US" dirty="0"/>
              <a:t> – The system fetches past property prices and market trends.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Machine Learning processes data</a:t>
            </a:r>
            <a:r>
              <a:rPr lang="en-US" dirty="0"/>
              <a:t> – The validated data and historical data are analyzed to predict prices and trends.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System generates insights</a:t>
            </a:r>
            <a:r>
              <a:rPr lang="en-US" dirty="0"/>
              <a:t> – The system prepares predictions, comparisons, and recommendations.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User receives results</a:t>
            </a:r>
            <a:r>
              <a:rPr lang="en-US" dirty="0"/>
              <a:t> – Predicted prices, property comparisons, and recommendations are displayed to the user.</a:t>
            </a:r>
          </a:p>
        </p:txBody>
      </p:sp>
    </p:spTree>
    <p:extLst>
      <p:ext uri="{BB962C8B-B14F-4D97-AF65-F5344CB8AC3E}">
        <p14:creationId xmlns:p14="http://schemas.microsoft.com/office/powerpoint/2010/main" val="2543802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964</Words>
  <Application>Microsoft Office PowerPoint</Application>
  <PresentationFormat>Widescreen</PresentationFormat>
  <Paragraphs>100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Britannic Bold</vt:lpstr>
      <vt:lpstr>Wingdings</vt:lpstr>
      <vt:lpstr>Office Theme</vt:lpstr>
      <vt:lpstr>PowerPoint Presentation</vt:lpstr>
      <vt:lpstr> PriceWatch</vt:lpstr>
      <vt:lpstr>Abstract </vt:lpstr>
      <vt:lpstr>Existing System</vt:lpstr>
      <vt:lpstr>Disadvantages (existing system)</vt:lpstr>
      <vt:lpstr>Proposed System</vt:lpstr>
      <vt:lpstr>Advantages (proposed system)</vt:lpstr>
      <vt:lpstr>Hardware requirement</vt:lpstr>
      <vt:lpstr>Software Requirement</vt:lpstr>
      <vt:lpstr>PowerPoint Presentation</vt:lpstr>
      <vt:lpstr>Module Description</vt:lpstr>
      <vt:lpstr>Feasibility Study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lakshmikanth s</dc:creator>
  <cp:lastModifiedBy>PRADEEP RAJAN K</cp:lastModifiedBy>
  <cp:revision>4</cp:revision>
  <dcterms:created xsi:type="dcterms:W3CDTF">2026-01-28T13:31:22Z</dcterms:created>
  <dcterms:modified xsi:type="dcterms:W3CDTF">2026-01-30T11:31:09Z</dcterms:modified>
</cp:coreProperties>
</file>